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Fuzzy Identity-Based Data Integrity Auditing for Reliable Cloud Storage Systems</a:t>
            </a:r>
            <a:r>
              <a:rPr lang="en-IN" dirty="0"/>
              <a:t/>
            </a:r>
            <a:br>
              <a:rPr lang="en-IN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In this paper, we seek to address the complex key management challenge in cloud data integrity checking by introducing fuzzy identity-based auditing, the first in such an approach, to the best of our knowledge. More specifically, we present the primitive of fuzzy identity-based data auditing, where a user’s identity can be viewed as a set of descriptive attributes. We formalize the system model and the security model for this new primitive.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algn="just"/>
            <a:r>
              <a:rPr lang="en-US" dirty="0" err="1"/>
              <a:t>Deswarte</a:t>
            </a:r>
            <a:r>
              <a:rPr lang="en-US" dirty="0"/>
              <a:t> et al. proposed the concept of remote data integrity checking (RDIC, is also known as data integrity auditing), which comprises three parties, namely: cloud server, data owner and third party auditor (TPA). A publicly verifiable RDIC protocol allows the TPA or anyone to check the integrity of the stored data on the cloud without the need to retrieve the entire dataset. </a:t>
            </a:r>
            <a:endParaRPr lang="en-IN" dirty="0"/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DISADVANTAGES OF EXISTING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algn="just"/>
            <a:r>
              <a:rPr lang="en-US" dirty="0"/>
              <a:t>Firstly, generation, management and revocation of certificates is complex and computationally expensive, and consequently scalability is challenging. </a:t>
            </a:r>
            <a:endParaRPr lang="en-IN" dirty="0"/>
          </a:p>
          <a:p>
            <a:pPr lvl="0" algn="just"/>
            <a:r>
              <a:rPr lang="en-US" dirty="0"/>
              <a:t>Secondly, the level of trust required of CA may be unrealistic, particularly in light of recent high profile incidents.</a:t>
            </a:r>
            <a:endParaRPr lang="en-IN" dirty="0"/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algn="just"/>
            <a:r>
              <a:rPr lang="en-US" dirty="0"/>
              <a:t>In this paper, we seek to simplify key management issue of remote data integrity auditing protocols by introducing biometric-based identities in traditional RDIC protocols. We regard our contributions to be three-fold.</a:t>
            </a:r>
            <a:endParaRPr lang="en-IN" dirty="0"/>
          </a:p>
          <a:p>
            <a:pPr lvl="0" algn="just"/>
            <a:r>
              <a:rPr lang="en-US" dirty="0"/>
              <a:t>We propose the notion of fuzzy identity-based data integrity auditing designed to simplify key management.</a:t>
            </a:r>
            <a:endParaRPr lang="en-IN" dirty="0"/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algn="just"/>
            <a:r>
              <a:rPr lang="en-US" dirty="0"/>
              <a:t>We then formalize the system model and security model to ensure the security called soundness of this new primitive (i.e. if a cloud server can convince a verifier that the server is storing a file, if and only if it is actually storing that file).</a:t>
            </a:r>
            <a:endParaRPr lang="en-IN" dirty="0"/>
          </a:p>
          <a:p>
            <a:pPr lvl="0" algn="just"/>
            <a:r>
              <a:rPr lang="en-US" dirty="0"/>
              <a:t>We describe a concrete construction of fuzzy identity-based data integrity auditing protocol, by borrowing the idea of fuzzy identity-based encryption due to </a:t>
            </a:r>
            <a:r>
              <a:rPr lang="en-US" dirty="0" err="1"/>
              <a:t>Shacham</a:t>
            </a:r>
            <a:r>
              <a:rPr lang="en-US" dirty="0"/>
              <a:t> and Waters.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38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ADVANTAGES OF PROPOSED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algn="just"/>
            <a:r>
              <a:rPr lang="en-US" dirty="0"/>
              <a:t>We prove that the biometric-based data integrity auditing protocol achieves the property of soundness. </a:t>
            </a:r>
            <a:endParaRPr lang="en-IN" dirty="0"/>
          </a:p>
          <a:p>
            <a:pPr lvl="0" algn="just"/>
            <a:r>
              <a:rPr lang="en-US" dirty="0"/>
              <a:t>Even if a cloud server exhibits arbitrary dishonest behavior, the server must store the file with a high probability provided that it generates a valid response for a challenge of the file.</a:t>
            </a:r>
            <a:endParaRPr lang="en-IN" dirty="0"/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86000"/>
            <a:ext cx="48006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GB" dirty="0"/>
              <a:t>System			: 	Pentium i3 Processor</a:t>
            </a:r>
            <a:endParaRPr lang="en-IN" dirty="0"/>
          </a:p>
          <a:p>
            <a:pPr lvl="0"/>
            <a:r>
              <a:rPr lang="en-GB" dirty="0"/>
              <a:t>Hard Disk 		</a:t>
            </a:r>
            <a:r>
              <a:rPr lang="en-GB" dirty="0" smtClean="0"/>
              <a:t>: </a:t>
            </a:r>
            <a:r>
              <a:rPr lang="en-GB" dirty="0"/>
              <a:t>	500 GB.</a:t>
            </a:r>
            <a:endParaRPr lang="en-IN" dirty="0"/>
          </a:p>
          <a:p>
            <a:pPr lvl="0"/>
            <a:r>
              <a:rPr lang="en-GB" dirty="0"/>
              <a:t>Monitor			: 	15’’ LED</a:t>
            </a:r>
            <a:endParaRPr lang="en-IN" dirty="0"/>
          </a:p>
          <a:p>
            <a:pPr lvl="0"/>
            <a:r>
              <a:rPr lang="en-GB" dirty="0"/>
              <a:t>Input Devices		: 	Keyboard, Mouse</a:t>
            </a:r>
            <a:endParaRPr lang="en-IN" dirty="0"/>
          </a:p>
          <a:p>
            <a:pPr lvl="0"/>
            <a:r>
              <a:rPr lang="en-GB" dirty="0"/>
              <a:t>Ram		</a:t>
            </a:r>
            <a:r>
              <a:rPr lang="en-GB"/>
              <a:t>	</a:t>
            </a:r>
            <a:r>
              <a:rPr lang="en-GB" smtClean="0"/>
              <a:t>:</a:t>
            </a:r>
            <a:r>
              <a:rPr lang="en-GB" dirty="0"/>
              <a:t>	2 GB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Operating system 		: 	Windows 10.</a:t>
            </a:r>
            <a:endParaRPr lang="en-IN" dirty="0"/>
          </a:p>
          <a:p>
            <a:pPr lvl="0"/>
            <a:r>
              <a:rPr lang="en-US" dirty="0"/>
              <a:t>Coding Language		:	JAVA.</a:t>
            </a:r>
            <a:endParaRPr lang="en-IN" dirty="0"/>
          </a:p>
          <a:p>
            <a:pPr lvl="0"/>
            <a:r>
              <a:rPr lang="en-US" dirty="0"/>
              <a:t>Tool				</a:t>
            </a:r>
            <a:r>
              <a:rPr lang="en-US" dirty="0" smtClean="0"/>
              <a:t>	:</a:t>
            </a:r>
            <a:r>
              <a:rPr lang="en-US" dirty="0"/>
              <a:t>	</a:t>
            </a:r>
            <a:r>
              <a:rPr lang="en-US" dirty="0" err="1"/>
              <a:t>Netbeans</a:t>
            </a:r>
            <a:r>
              <a:rPr lang="en-US" dirty="0"/>
              <a:t> 8.2</a:t>
            </a:r>
            <a:endParaRPr lang="en-IN" dirty="0"/>
          </a:p>
          <a:p>
            <a:pPr lvl="0"/>
            <a:r>
              <a:rPr lang="en-US" dirty="0"/>
              <a:t>Database			</a:t>
            </a:r>
            <a:r>
              <a:rPr lang="en-US" dirty="0" smtClean="0"/>
              <a:t>	:</a:t>
            </a:r>
            <a:r>
              <a:rPr lang="en-US" dirty="0"/>
              <a:t>	MYSQL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err="1"/>
              <a:t>Yannan</a:t>
            </a:r>
            <a:r>
              <a:rPr lang="en-US" dirty="0"/>
              <a:t> Li, Yong Yu_, </a:t>
            </a:r>
            <a:r>
              <a:rPr lang="en-US" dirty="0" err="1"/>
              <a:t>Geyong</a:t>
            </a:r>
            <a:r>
              <a:rPr lang="en-US" dirty="0"/>
              <a:t> Min, Willy </a:t>
            </a:r>
            <a:r>
              <a:rPr lang="en-US" dirty="0" err="1"/>
              <a:t>Susilo</a:t>
            </a:r>
            <a:r>
              <a:rPr lang="en-US" dirty="0"/>
              <a:t>, </a:t>
            </a:r>
            <a:r>
              <a:rPr lang="en-US" dirty="0" err="1"/>
              <a:t>Jianbing</a:t>
            </a:r>
            <a:r>
              <a:rPr lang="en-US" dirty="0"/>
              <a:t> Ni and Kim-</a:t>
            </a:r>
            <a:r>
              <a:rPr lang="en-US" dirty="0" err="1"/>
              <a:t>Kwang</a:t>
            </a:r>
            <a:r>
              <a:rPr lang="en-US" dirty="0"/>
              <a:t> Raymond </a:t>
            </a:r>
            <a:r>
              <a:rPr lang="en-US" dirty="0" err="1"/>
              <a:t>Choo</a:t>
            </a:r>
            <a:r>
              <a:rPr lang="en-US" dirty="0"/>
              <a:t>, “Fuzzy Identity-Based Data Integrity Auditing for Reliable Cloud Storage Systems”, IEEE Transactions on Dependable and Secure Computing, Volume: 16 , Issue: 1 , Jan.-Feb. 1 2019.</a:t>
            </a:r>
            <a:endParaRPr lang="en-IN" dirty="0"/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</TotalTime>
  <Words>456</Words>
  <Application>Microsoft Office PowerPoint</Application>
  <PresentationFormat>On-screen Show (4:3)</PresentationFormat>
  <Paragraphs>30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Median</vt:lpstr>
      <vt:lpstr>Fuzzy Identity-Based Data Integrity Auditing for Reliable Cloud Storage Systems </vt:lpstr>
      <vt:lpstr>ABSTRACT</vt:lpstr>
      <vt:lpstr>EXISTING SYSTEM</vt:lpstr>
      <vt:lpstr>DISADVANTAGES OF EXISTING SYSTEM</vt:lpstr>
      <vt:lpstr>PROPOSED SYSTEM</vt:lpstr>
      <vt:lpstr>PowerPoint Presentation</vt:lpstr>
      <vt:lpstr>ADVANTAGES OF PROPOSED SYSTEM</vt:lpstr>
      <vt:lpstr>SYSTEM ARCHITECTURE</vt:lpstr>
      <vt:lpstr>HARDWARE REQUIREMENTS</vt:lpstr>
      <vt:lpstr>SOFTWARE REQUIREMENTS</vt:lpstr>
      <vt:lpstr>REFERENCE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JP1</cp:lastModifiedBy>
  <cp:revision>17</cp:revision>
  <dcterms:created xsi:type="dcterms:W3CDTF">2006-08-16T00:00:00Z</dcterms:created>
  <dcterms:modified xsi:type="dcterms:W3CDTF">2021-03-20T07:53:46Z</dcterms:modified>
</cp:coreProperties>
</file>